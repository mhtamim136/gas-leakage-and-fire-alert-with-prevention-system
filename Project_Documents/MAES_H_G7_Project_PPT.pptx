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90246-F081-4785-9C58-35EC17FD9970}" v="5" dt="2026-05-03T21:30:50.553"/>
    <p1510:client id="{3DFFAA28-0CE7-4FC7-B8F1-54EC93FAF2BD}" v="20" dt="2026-05-04T05:21:23.035"/>
    <p1510:client id="{EE0173F7-8070-41EB-8632-6182928AB8F0}" v="44" dt="2026-05-03T18:16:48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F AHAMMED" userId="55f6718b-8a7c-4585-b825-fe1707b2adb2" providerId="ADAL" clId="{67181770-E66D-43A5-92BD-B2E2B33EC4C4}"/>
    <pc:docChg chg="undo redo custSel addSld delSld modSld">
      <pc:chgData name="MARUF AHAMMED" userId="55f6718b-8a7c-4585-b825-fe1707b2adb2" providerId="ADAL" clId="{67181770-E66D-43A5-92BD-B2E2B33EC4C4}" dt="2026-05-04T05:21:23.058" v="182"/>
      <pc:docMkLst>
        <pc:docMk/>
      </pc:docMkLst>
      <pc:sldChg chg="modSp mod">
        <pc:chgData name="MARUF AHAMMED" userId="55f6718b-8a7c-4585-b825-fe1707b2adb2" providerId="ADAL" clId="{67181770-E66D-43A5-92BD-B2E2B33EC4C4}" dt="2026-05-04T04:46:04.952" v="66" actId="20577"/>
        <pc:sldMkLst>
          <pc:docMk/>
          <pc:sldMk cId="0" sldId="257"/>
        </pc:sldMkLst>
        <pc:spChg chg="mod">
          <ac:chgData name="MARUF AHAMMED" userId="55f6718b-8a7c-4585-b825-fe1707b2adb2" providerId="ADAL" clId="{67181770-E66D-43A5-92BD-B2E2B33EC4C4}" dt="2026-05-03T20:49:29.279" v="20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4T04:46:04.952" v="66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 mod">
        <pc:chgData name="MARUF AHAMMED" userId="55f6718b-8a7c-4585-b825-fe1707b2adb2" providerId="ADAL" clId="{67181770-E66D-43A5-92BD-B2E2B33EC4C4}" dt="2026-05-04T04:34:37.419" v="55" actId="20577"/>
        <pc:sldMkLst>
          <pc:docMk/>
          <pc:sldMk cId="0" sldId="259"/>
        </pc:sldMkLst>
        <pc:spChg chg="mod">
          <ac:chgData name="MARUF AHAMMED" userId="55f6718b-8a7c-4585-b825-fe1707b2adb2" providerId="ADAL" clId="{67181770-E66D-43A5-92BD-B2E2B33EC4C4}" dt="2026-05-03T21:30:53.070" v="52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4T04:34:37.419" v="55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MARUF AHAMMED" userId="55f6718b-8a7c-4585-b825-fe1707b2adb2" providerId="ADAL" clId="{67181770-E66D-43A5-92BD-B2E2B33EC4C4}" dt="2026-05-04T05:09:08.123" v="113" actId="20577"/>
        <pc:sldMkLst>
          <pc:docMk/>
          <pc:sldMk cId="0" sldId="263"/>
        </pc:sldMkLst>
        <pc:spChg chg="mod">
          <ac:chgData name="MARUF AHAMMED" userId="55f6718b-8a7c-4585-b825-fe1707b2adb2" providerId="ADAL" clId="{67181770-E66D-43A5-92BD-B2E2B33EC4C4}" dt="2026-05-04T05:09:08.123" v="113" actId="20577"/>
          <ac:spMkLst>
            <pc:docMk/>
            <pc:sldMk cId="0" sldId="263"/>
            <ac:spMk id="48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3T20:51:03.898" v="22" actId="1036"/>
          <ac:spMkLst>
            <pc:docMk/>
            <pc:sldMk cId="0" sldId="263"/>
            <ac:spMk id="53" creationId="{475BA949-C8DC-E328-9499-9841B477C4AF}"/>
          </ac:spMkLst>
        </pc:spChg>
      </pc:sldChg>
      <pc:sldChg chg="addSp modSp mod">
        <pc:chgData name="MARUF AHAMMED" userId="55f6718b-8a7c-4585-b825-fe1707b2adb2" providerId="ADAL" clId="{67181770-E66D-43A5-92BD-B2E2B33EC4C4}" dt="2026-05-04T05:12:00.241" v="129" actId="20577"/>
        <pc:sldMkLst>
          <pc:docMk/>
          <pc:sldMk cId="0" sldId="264"/>
        </pc:sldMkLst>
        <pc:spChg chg="mod">
          <ac:chgData name="MARUF AHAMMED" userId="55f6718b-8a7c-4585-b825-fe1707b2adb2" providerId="ADAL" clId="{67181770-E66D-43A5-92BD-B2E2B33EC4C4}" dt="2026-05-04T05:12:00.241" v="129" actId="20577"/>
          <ac:spMkLst>
            <pc:docMk/>
            <pc:sldMk cId="0" sldId="264"/>
            <ac:spMk id="23" creationId="{77E27E2C-4D1F-0A33-DFD8-DAB2B442EEA9}"/>
          </ac:spMkLst>
        </pc:spChg>
        <pc:spChg chg="add mod">
          <ac:chgData name="MARUF AHAMMED" userId="55f6718b-8a7c-4585-b825-fe1707b2adb2" providerId="ADAL" clId="{67181770-E66D-43A5-92BD-B2E2B33EC4C4}" dt="2026-05-03T21:30:50.330" v="50" actId="1076"/>
          <ac:spMkLst>
            <pc:docMk/>
            <pc:sldMk cId="0" sldId="264"/>
            <ac:spMk id="30" creationId="{1E07262C-574A-5220-BE0C-861CEEF82464}"/>
          </ac:spMkLst>
        </pc:spChg>
        <pc:spChg chg="mod">
          <ac:chgData name="MARUF AHAMMED" userId="55f6718b-8a7c-4585-b825-fe1707b2adb2" providerId="ADAL" clId="{67181770-E66D-43A5-92BD-B2E2B33EC4C4}" dt="2026-05-03T21:30:50.091" v="49" actId="1076"/>
          <ac:spMkLst>
            <pc:docMk/>
            <pc:sldMk cId="0" sldId="264"/>
            <ac:spMk id="32" creationId="{397AEB04-C6E9-A953-4BD1-B37FEE13B23F}"/>
          </ac:spMkLst>
        </pc:spChg>
        <pc:cxnChg chg="add mod">
          <ac:chgData name="MARUF AHAMMED" userId="55f6718b-8a7c-4585-b825-fe1707b2adb2" providerId="ADAL" clId="{67181770-E66D-43A5-92BD-B2E2B33EC4C4}" dt="2026-05-03T21:30:48.730" v="45" actId="1076"/>
          <ac:cxnSpMkLst>
            <pc:docMk/>
            <pc:sldMk cId="0" sldId="264"/>
            <ac:cxnSpMk id="33" creationId="{37C31B6D-300D-E870-28F0-B05FAC4A93AE}"/>
          </ac:cxnSpMkLst>
        </pc:cxnChg>
      </pc:sldChg>
      <pc:sldChg chg="modSp mod">
        <pc:chgData name="MARUF AHAMMED" userId="55f6718b-8a7c-4585-b825-fe1707b2adb2" providerId="ADAL" clId="{67181770-E66D-43A5-92BD-B2E2B33EC4C4}" dt="2026-05-04T04:58:18.362" v="112" actId="20577"/>
        <pc:sldMkLst>
          <pc:docMk/>
          <pc:sldMk cId="0" sldId="270"/>
        </pc:sldMkLst>
        <pc:spChg chg="mod">
          <ac:chgData name="MARUF AHAMMED" userId="55f6718b-8a7c-4585-b825-fe1707b2adb2" providerId="ADAL" clId="{67181770-E66D-43A5-92BD-B2E2B33EC4C4}" dt="2026-05-04T04:58:18.362" v="112" actId="20577"/>
          <ac:spMkLst>
            <pc:docMk/>
            <pc:sldMk cId="0" sldId="270"/>
            <ac:spMk id="7" creationId="{00000000-0000-0000-0000-000000000000}"/>
          </ac:spMkLst>
        </pc:spChg>
      </pc:sldChg>
      <pc:sldChg chg="modSp mod">
        <pc:chgData name="MARUF AHAMMED" userId="55f6718b-8a7c-4585-b825-fe1707b2adb2" providerId="ADAL" clId="{67181770-E66D-43A5-92BD-B2E2B33EC4C4}" dt="2026-05-04T05:21:23.058" v="182"/>
        <pc:sldMkLst>
          <pc:docMk/>
          <pc:sldMk cId="0" sldId="272"/>
        </pc:sldMkLst>
        <pc:spChg chg="mod">
          <ac:chgData name="MARUF AHAMMED" userId="55f6718b-8a7c-4585-b825-fe1707b2adb2" providerId="ADAL" clId="{67181770-E66D-43A5-92BD-B2E2B33EC4C4}" dt="2026-05-04T05:21:23.058" v="182"/>
          <ac:spMkLst>
            <pc:docMk/>
            <pc:sldMk cId="0" sldId="272"/>
            <ac:spMk id="4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4T04:56:01.766" v="104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4T04:54:28.768" v="72" actId="20577"/>
          <ac:spMkLst>
            <pc:docMk/>
            <pc:sldMk cId="0" sldId="272"/>
            <ac:spMk id="8" creationId="{00000000-0000-0000-0000-000000000000}"/>
          </ac:spMkLst>
        </pc:spChg>
        <pc:spChg chg="mod">
          <ac:chgData name="MARUF AHAMMED" userId="55f6718b-8a7c-4585-b825-fe1707b2adb2" providerId="ADAL" clId="{67181770-E66D-43A5-92BD-B2E2B33EC4C4}" dt="2026-05-04T04:55:03.199" v="86" actId="20577"/>
          <ac:spMkLst>
            <pc:docMk/>
            <pc:sldMk cId="0" sldId="272"/>
            <ac:spMk id="11" creationId="{00000000-0000-0000-0000-000000000000}"/>
          </ac:spMkLst>
        </pc:spChg>
      </pc:sldChg>
      <pc:sldChg chg="new del">
        <pc:chgData name="MARUF AHAMMED" userId="55f6718b-8a7c-4585-b825-fe1707b2adb2" providerId="ADAL" clId="{67181770-E66D-43A5-92BD-B2E2B33EC4C4}" dt="2026-05-04T04:31:49.943" v="54" actId="680"/>
        <pc:sldMkLst>
          <pc:docMk/>
          <pc:sldMk cId="1172837403" sldId="275"/>
        </pc:sldMkLst>
      </pc:sldChg>
    </pc:docChg>
  </pc:docChgLst>
  <pc:docChgLst>
    <pc:chgData name="MD. MURAD HASAN" userId="f6f2881b-a60b-42cb-bdff-42bbb7546275" providerId="ADAL" clId="{2D2C9482-540F-47CE-8E5D-602EC7E14370}"/>
    <pc:docChg chg="undo custSel modSld">
      <pc:chgData name="MD. MURAD HASAN" userId="f6f2881b-a60b-42cb-bdff-42bbb7546275" providerId="ADAL" clId="{2D2C9482-540F-47CE-8E5D-602EC7E14370}" dt="2026-05-03T18:26:40.139" v="540" actId="20577"/>
      <pc:docMkLst>
        <pc:docMk/>
      </pc:docMkLst>
      <pc:sldChg chg="addSp delSp modSp mod">
        <pc:chgData name="MD. MURAD HASAN" userId="f6f2881b-a60b-42cb-bdff-42bbb7546275" providerId="ADAL" clId="{2D2C9482-540F-47CE-8E5D-602EC7E14370}" dt="2026-05-03T17:53:55.796" v="25" actId="20577"/>
        <pc:sldMkLst>
          <pc:docMk/>
          <pc:sldMk cId="0" sldId="256"/>
        </pc:sldMkLst>
        <pc:spChg chg="mod">
          <ac:chgData name="MD. MURAD HASAN" userId="f6f2881b-a60b-42cb-bdff-42bbb7546275" providerId="ADAL" clId="{2D2C9482-540F-47CE-8E5D-602EC7E14370}" dt="2026-05-03T17:51:33.389" v="12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0:58.380" v="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18.494" v="1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23.401" v="18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37.315" v="2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2:39.860" v="22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3:55.796" v="25" actId="20577"/>
          <ac:spMkLst>
            <pc:docMk/>
            <pc:sldMk cId="0" sldId="256"/>
            <ac:spMk id="16" creationId="{00000000-0000-0000-0000-000000000000}"/>
          </ac:spMkLst>
        </pc:spChg>
        <pc:graphicFrameChg chg="add mod">
          <ac:chgData name="MD. MURAD HASAN" userId="f6f2881b-a60b-42cb-bdff-42bbb7546275" providerId="ADAL" clId="{2D2C9482-540F-47CE-8E5D-602EC7E14370}" dt="2026-05-03T17:50:38.900" v="0"/>
          <ac:graphicFrameMkLst>
            <pc:docMk/>
            <pc:sldMk cId="0" sldId="256"/>
            <ac:graphicFrameMk id="17" creationId="{7CA3F487-8AAF-86B7-3E4C-909B1ADC616F}"/>
          </ac:graphicFrameMkLst>
        </pc:graphicFrameChg>
        <pc:graphicFrameChg chg="add del mod">
          <ac:chgData name="MD. MURAD HASAN" userId="f6f2881b-a60b-42cb-bdff-42bbb7546275" providerId="ADAL" clId="{2D2C9482-540F-47CE-8E5D-602EC7E14370}" dt="2026-05-03T17:51:13.639" v="8" actId="478"/>
          <ac:graphicFrameMkLst>
            <pc:docMk/>
            <pc:sldMk cId="0" sldId="256"/>
            <ac:graphicFrameMk id="18" creationId="{C7D0B8B5-A774-197B-2FB6-D1AA4FF68D3A}"/>
          </ac:graphicFrameMkLst>
        </pc:graphicFrameChg>
      </pc:sldChg>
      <pc:sldChg chg="modSp mod">
        <pc:chgData name="MD. MURAD HASAN" userId="f6f2881b-a60b-42cb-bdff-42bbb7546275" providerId="ADAL" clId="{2D2C9482-540F-47CE-8E5D-602EC7E14370}" dt="2026-05-03T17:55:39.259" v="60" actId="20577"/>
        <pc:sldMkLst>
          <pc:docMk/>
          <pc:sldMk cId="0" sldId="257"/>
        </pc:sldMkLst>
        <pc:spChg chg="mod">
          <ac:chgData name="MD. MURAD HASAN" userId="f6f2881b-a60b-42cb-bdff-42bbb7546275" providerId="ADAL" clId="{2D2C9482-540F-47CE-8E5D-602EC7E14370}" dt="2026-05-03T17:54:15.573" v="2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29.901" v="2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41.822" v="3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4:56.265" v="3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12.638" v="3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24.692" v="3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32.296" v="49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5:39.259" v="60" actId="20577"/>
          <ac:spMkLst>
            <pc:docMk/>
            <pc:sldMk cId="0" sldId="257"/>
            <ac:spMk id="28" creationId="{00000000-0000-0000-0000-000000000000}"/>
          </ac:spMkLst>
        </pc:spChg>
      </pc:sldChg>
      <pc:sldChg chg="addSp modSp mod">
        <pc:chgData name="MD. MURAD HASAN" userId="f6f2881b-a60b-42cb-bdff-42bbb7546275" providerId="ADAL" clId="{2D2C9482-540F-47CE-8E5D-602EC7E14370}" dt="2026-05-03T18:05:56.098" v="395"/>
        <pc:sldMkLst>
          <pc:docMk/>
          <pc:sldMk cId="0" sldId="263"/>
        </pc:sldMkLst>
        <pc:spChg chg="mod">
          <ac:chgData name="MD. MURAD HASAN" userId="f6f2881b-a60b-42cb-bdff-42bbb7546275" providerId="ADAL" clId="{2D2C9482-540F-47CE-8E5D-602EC7E14370}" dt="2026-05-03T17:59:57.257" v="246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01.636" v="247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42.734" v="11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42.734" v="11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56.883" v="131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02.891" v="132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18.265" v="262" actId="103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2.741" v="150" actId="103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26.549" v="284" actId="103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19.540" v="168" actId="103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7:51.831" v="130" actId="103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2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3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4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00:34.660" v="305" actId="1035"/>
          <ac:spMkLst>
            <pc:docMk/>
            <pc:sldMk cId="0" sldId="263"/>
            <ac:spMk id="4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7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8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4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5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8:50.480" v="210" actId="1035"/>
          <ac:spMkLst>
            <pc:docMk/>
            <pc:sldMk cId="0" sldId="263"/>
            <ac:spMk id="51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2" creationId="{00000000-0000-0000-0000-000000000000}"/>
          </ac:spMkLst>
        </pc:spChg>
        <pc:spChg chg="add mod">
          <ac:chgData name="MD. MURAD HASAN" userId="f6f2881b-a60b-42cb-bdff-42bbb7546275" providerId="ADAL" clId="{2D2C9482-540F-47CE-8E5D-602EC7E14370}" dt="2026-05-03T18:02:19.516" v="340" actId="1076"/>
          <ac:spMkLst>
            <pc:docMk/>
            <pc:sldMk cId="0" sldId="263"/>
            <ac:spMk id="53" creationId="{475BA949-C8DC-E328-9499-9841B477C4AF}"/>
          </ac:spMkLst>
        </pc:spChg>
        <pc:spChg chg="add 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4" creationId="{39192CF9-164D-576B-2D2C-C68CE7B43DC5}"/>
          </ac:spMkLst>
        </pc:spChg>
        <pc:spChg chg="add mod">
          <ac:chgData name="MD. MURAD HASAN" userId="f6f2881b-a60b-42cb-bdff-42bbb7546275" providerId="ADAL" clId="{2D2C9482-540F-47CE-8E5D-602EC7E14370}" dt="2026-05-03T18:02:29.186" v="352" actId="20577"/>
          <ac:spMkLst>
            <pc:docMk/>
            <pc:sldMk cId="0" sldId="263"/>
            <ac:spMk id="55" creationId="{FC1908B8-99AF-DD63-DAF7-286E4C6FB9DF}"/>
          </ac:spMkLst>
        </pc:spChg>
        <pc:spChg chg="add mod">
          <ac:chgData name="MD. MURAD HASAN" userId="f6f2881b-a60b-42cb-bdff-42bbb7546275" providerId="ADAL" clId="{2D2C9482-540F-47CE-8E5D-602EC7E14370}" dt="2026-05-03T18:05:20.671" v="394"/>
          <ac:spMkLst>
            <pc:docMk/>
            <pc:sldMk cId="0" sldId="263"/>
            <ac:spMk id="56" creationId="{F45197A4-E471-86DB-DB15-5EE55CAC325E}"/>
          </ac:spMkLst>
        </pc:spChg>
        <pc:spChg chg="add mod">
          <ac:chgData name="MD. MURAD HASAN" userId="f6f2881b-a60b-42cb-bdff-42bbb7546275" providerId="ADAL" clId="{2D2C9482-540F-47CE-8E5D-602EC7E14370}" dt="2026-05-03T17:59:29.504" v="241" actId="1037"/>
          <ac:spMkLst>
            <pc:docMk/>
            <pc:sldMk cId="0" sldId="263"/>
            <ac:spMk id="57" creationId="{9E476351-A42A-A6C0-C0C8-1DC9B94BAE95}"/>
          </ac:spMkLst>
        </pc:spChg>
        <pc:spChg chg="add mod">
          <ac:chgData name="MD. MURAD HASAN" userId="f6f2881b-a60b-42cb-bdff-42bbb7546275" providerId="ADAL" clId="{2D2C9482-540F-47CE-8E5D-602EC7E14370}" dt="2026-05-03T18:02:35.601" v="354" actId="20577"/>
          <ac:spMkLst>
            <pc:docMk/>
            <pc:sldMk cId="0" sldId="263"/>
            <ac:spMk id="58" creationId="{60B1A6D3-C126-2BE8-2EB1-DC0928105917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59" creationId="{E4E4F323-0123-A100-86B1-7FFDC61BE8AB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0" creationId="{E5B5DBC7-CEF5-E7AB-5C82-DFF44685CE13}"/>
          </ac:spMkLst>
        </pc:spChg>
        <pc:spChg chg="add mod">
          <ac:chgData name="MD. MURAD HASAN" userId="f6f2881b-a60b-42cb-bdff-42bbb7546275" providerId="ADAL" clId="{2D2C9482-540F-47CE-8E5D-602EC7E14370}" dt="2026-05-03T18:02:03.936" v="339" actId="20577"/>
          <ac:spMkLst>
            <pc:docMk/>
            <pc:sldMk cId="0" sldId="263"/>
            <ac:spMk id="61" creationId="{2773DCFD-A593-C27F-07E2-4E15DC4A8617}"/>
          </ac:spMkLst>
        </pc:spChg>
        <pc:spChg chg="add mod">
          <ac:chgData name="MD. MURAD HASAN" userId="f6f2881b-a60b-42cb-bdff-42bbb7546275" providerId="ADAL" clId="{2D2C9482-540F-47CE-8E5D-602EC7E14370}" dt="2026-05-03T18:05:56.098" v="395"/>
          <ac:spMkLst>
            <pc:docMk/>
            <pc:sldMk cId="0" sldId="263"/>
            <ac:spMk id="62" creationId="{92B2500B-6E04-1A73-22EC-F72AB6F17BB1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3" creationId="{BBFC06C4-7921-B687-B36B-A57C002217D0}"/>
          </ac:spMkLst>
        </pc:spChg>
        <pc:spChg chg="add mod">
          <ac:chgData name="MD. MURAD HASAN" userId="f6f2881b-a60b-42cb-bdff-42bbb7546275" providerId="ADAL" clId="{2D2C9482-540F-47CE-8E5D-602EC7E14370}" dt="2026-05-03T18:00:41.886" v="307" actId="1076"/>
          <ac:spMkLst>
            <pc:docMk/>
            <pc:sldMk cId="0" sldId="263"/>
            <ac:spMk id="64" creationId="{A0E09DCA-A792-4E4E-07F7-0C0850EB08BD}"/>
          </ac:spMkLst>
        </pc:spChg>
      </pc:sldChg>
      <pc:sldChg chg="addSp delSp modSp mod">
        <pc:chgData name="MD. MURAD HASAN" userId="f6f2881b-a60b-42cb-bdff-42bbb7546275" providerId="ADAL" clId="{2D2C9482-540F-47CE-8E5D-602EC7E14370}" dt="2026-05-03T18:18:01.548" v="487" actId="17032"/>
        <pc:sldMkLst>
          <pc:docMk/>
          <pc:sldMk cId="0" sldId="264"/>
        </pc:sldMkLst>
        <pc:spChg chg="add mod">
          <ac:chgData name="MD. MURAD HASAN" userId="f6f2881b-a60b-42cb-bdff-42bbb7546275" providerId="ADAL" clId="{2D2C9482-540F-47CE-8E5D-602EC7E14370}" dt="2026-05-03T18:17:18.407" v="483" actId="20577"/>
          <ac:spMkLst>
            <pc:docMk/>
            <pc:sldMk cId="0" sldId="264"/>
            <ac:spMk id="23" creationId="{77E27E2C-4D1F-0A33-DFD8-DAB2B442EEA9}"/>
          </ac:spMkLst>
        </pc:spChg>
        <pc:cxnChg chg="add del">
          <ac:chgData name="MD. MURAD HASAN" userId="f6f2881b-a60b-42cb-bdff-42bbb7546275" providerId="ADAL" clId="{2D2C9482-540F-47CE-8E5D-602EC7E14370}" dt="2026-05-03T18:17:42.807" v="485" actId="11529"/>
          <ac:cxnSpMkLst>
            <pc:docMk/>
            <pc:sldMk cId="0" sldId="264"/>
            <ac:cxnSpMk id="33" creationId="{8B204878-20BE-96D0-3A20-C87BB453D58C}"/>
          </ac:cxnSpMkLst>
        </pc:cxnChg>
        <pc:cxnChg chg="add mod">
          <ac:chgData name="MD. MURAD HASAN" userId="f6f2881b-a60b-42cb-bdff-42bbb7546275" providerId="ADAL" clId="{2D2C9482-540F-47CE-8E5D-602EC7E14370}" dt="2026-05-03T18:18:01.548" v="487" actId="17032"/>
          <ac:cxnSpMkLst>
            <pc:docMk/>
            <pc:sldMk cId="0" sldId="264"/>
            <ac:cxnSpMk id="35" creationId="{12D8C767-F7A7-3548-A190-FDB8FE0EA84C}"/>
          </ac:cxnSpMkLst>
        </pc:cxnChg>
      </pc:sldChg>
      <pc:sldChg chg="modSp mod">
        <pc:chgData name="MD. MURAD HASAN" userId="f6f2881b-a60b-42cb-bdff-42bbb7546275" providerId="ADAL" clId="{2D2C9482-540F-47CE-8E5D-602EC7E14370}" dt="2026-05-03T18:23:53.207" v="491" actId="14826"/>
        <pc:sldMkLst>
          <pc:docMk/>
          <pc:sldMk cId="0" sldId="266"/>
        </pc:sldMkLst>
        <pc:picChg chg="mod">
          <ac:chgData name="MD. MURAD HASAN" userId="f6f2881b-a60b-42cb-bdff-42bbb7546275" providerId="ADAL" clId="{2D2C9482-540F-47CE-8E5D-602EC7E14370}" dt="2026-05-03T18:23:53.207" v="491" actId="14826"/>
          <ac:picMkLst>
            <pc:docMk/>
            <pc:sldMk cId="0" sldId="266"/>
            <ac:picMk id="7" creationId="{0D1DA217-30E3-8B6C-D3B7-B6E5BB107C46}"/>
          </ac:picMkLst>
        </pc:picChg>
      </pc:sldChg>
      <pc:sldChg chg="modSp mod">
        <pc:chgData name="MD. MURAD HASAN" userId="f6f2881b-a60b-42cb-bdff-42bbb7546275" providerId="ADAL" clId="{2D2C9482-540F-47CE-8E5D-602EC7E14370}" dt="2026-05-03T18:26:13.505" v="534" actId="20577"/>
        <pc:sldMkLst>
          <pc:docMk/>
          <pc:sldMk cId="0" sldId="267"/>
        </pc:sldMkLst>
        <pc:spChg chg="mod">
          <ac:chgData name="MD. MURAD HASAN" userId="f6f2881b-a60b-42cb-bdff-42bbb7546275" providerId="ADAL" clId="{2D2C9482-540F-47CE-8E5D-602EC7E14370}" dt="2026-05-03T18:24:53.212" v="502" actId="207"/>
          <ac:spMkLst>
            <pc:docMk/>
            <pc:sldMk cId="0" sldId="267"/>
            <ac:spMk id="29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01.625" v="508" actId="20577"/>
          <ac:spMkLst>
            <pc:docMk/>
            <pc:sldMk cId="0" sldId="267"/>
            <ac:spMk id="30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24.408" v="520" actId="20577"/>
          <ac:spMkLst>
            <pc:docMk/>
            <pc:sldMk cId="0" sldId="267"/>
            <ac:spMk id="35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5:33.679" v="526" actId="20577"/>
          <ac:spMkLst>
            <pc:docMk/>
            <pc:sldMk cId="0" sldId="267"/>
            <ac:spMk id="36" creationId="{00000000-0000-0000-0000-000000000000}"/>
          </ac:spMkLst>
        </pc:spChg>
        <pc:spChg chg="mod">
          <ac:chgData name="MD. MURAD HASAN" userId="f6f2881b-a60b-42cb-bdff-42bbb7546275" providerId="ADAL" clId="{2D2C9482-540F-47CE-8E5D-602EC7E14370}" dt="2026-05-03T18:26:13.505" v="534" actId="20577"/>
          <ac:spMkLst>
            <pc:docMk/>
            <pc:sldMk cId="0" sldId="267"/>
            <ac:spMk id="39" creationId="{00000000-0000-0000-0000-000000000000}"/>
          </ac:spMkLst>
        </pc:spChg>
      </pc:sldChg>
      <pc:sldChg chg="modSp mod">
        <pc:chgData name="MD. MURAD HASAN" userId="f6f2881b-a60b-42cb-bdff-42bbb7546275" providerId="ADAL" clId="{2D2C9482-540F-47CE-8E5D-602EC7E14370}" dt="2026-05-03T18:26:40.139" v="540" actId="20577"/>
        <pc:sldMkLst>
          <pc:docMk/>
          <pc:sldMk cId="0" sldId="269"/>
        </pc:sldMkLst>
        <pc:spChg chg="mod">
          <ac:chgData name="MD. MURAD HASAN" userId="f6f2881b-a60b-42cb-bdff-42bbb7546275" providerId="ADAL" clId="{2D2C9482-540F-47CE-8E5D-602EC7E14370}" dt="2026-05-03T18:26:40.139" v="540" actId="20577"/>
          <ac:spMkLst>
            <pc:docMk/>
            <pc:sldMk cId="0" sldId="269"/>
            <ac:spMk id="20" creationId="{00000000-0000-0000-0000-000000000000}"/>
          </ac:spMkLst>
        </pc:spChg>
      </pc:sldChg>
      <pc:sldChg chg="modSp mod">
        <pc:chgData name="MD. MURAD HASAN" userId="f6f2881b-a60b-42cb-bdff-42bbb7546275" providerId="ADAL" clId="{2D2C9482-540F-47CE-8E5D-602EC7E14370}" dt="2026-05-03T18:15:24.042" v="428" actId="1076"/>
        <pc:sldMkLst>
          <pc:docMk/>
          <pc:sldMk cId="3004110334" sldId="274"/>
        </pc:sldMkLst>
        <pc:spChg chg="mod">
          <ac:chgData name="MD. MURAD HASAN" userId="f6f2881b-a60b-42cb-bdff-42bbb7546275" providerId="ADAL" clId="{2D2C9482-540F-47CE-8E5D-602EC7E14370}" dt="2026-05-03T18:15:10.492" v="425" actId="14100"/>
          <ac:spMkLst>
            <pc:docMk/>
            <pc:sldMk cId="3004110334" sldId="274"/>
            <ac:spMk id="8" creationId="{37BD7BC5-A4CE-35DF-5D41-1ABE82B3D36B}"/>
          </ac:spMkLst>
        </pc:spChg>
        <pc:spChg chg="mod">
          <ac:chgData name="MD. MURAD HASAN" userId="f6f2881b-a60b-42cb-bdff-42bbb7546275" providerId="ADAL" clId="{2D2C9482-540F-47CE-8E5D-602EC7E14370}" dt="2026-05-03T18:15:17.781" v="427" actId="1076"/>
          <ac:spMkLst>
            <pc:docMk/>
            <pc:sldMk cId="3004110334" sldId="274"/>
            <ac:spMk id="10" creationId="{8D602EC8-F136-0191-0AE5-B9C77B9D0A4D}"/>
          </ac:spMkLst>
        </pc:spChg>
        <pc:spChg chg="mod">
          <ac:chgData name="MD. MURAD HASAN" userId="f6f2881b-a60b-42cb-bdff-42bbb7546275" providerId="ADAL" clId="{2D2C9482-540F-47CE-8E5D-602EC7E14370}" dt="2026-05-03T18:15:24.042" v="428" actId="1076"/>
          <ac:spMkLst>
            <pc:docMk/>
            <pc:sldMk cId="3004110334" sldId="274"/>
            <ac:spMk id="12" creationId="{25B57DD5-2EE2-E09B-5326-B5BD513E2D8C}"/>
          </ac:spMkLst>
        </pc:spChg>
        <pc:picChg chg="mod modCrop">
          <ac:chgData name="MD. MURAD HASAN" userId="f6f2881b-a60b-42cb-bdff-42bbb7546275" providerId="ADAL" clId="{2D2C9482-540F-47CE-8E5D-602EC7E14370}" dt="2026-05-03T18:14:15.689" v="414" actId="1076"/>
          <ac:picMkLst>
            <pc:docMk/>
            <pc:sldMk cId="3004110334" sldId="274"/>
            <ac:picMk id="4" creationId="{7D4E4494-D739-E5F8-6F59-9DE473EAE90A}"/>
          </ac:picMkLst>
        </pc:picChg>
        <pc:picChg chg="mod modCrop">
          <ac:chgData name="MD. MURAD HASAN" userId="f6f2881b-a60b-42cb-bdff-42bbb7546275" providerId="ADAL" clId="{2D2C9482-540F-47CE-8E5D-602EC7E14370}" dt="2026-05-03T18:15:14.355" v="426" actId="1076"/>
          <ac:picMkLst>
            <pc:docMk/>
            <pc:sldMk cId="3004110334" sldId="274"/>
            <ac:picMk id="5" creationId="{F74B15DE-58BF-2D6B-B09D-DE1FA5A4C773}"/>
          </ac:picMkLst>
        </pc:picChg>
        <pc:picChg chg="mod">
          <ac:chgData name="MD. MURAD HASAN" userId="f6f2881b-a60b-42cb-bdff-42bbb7546275" providerId="ADAL" clId="{2D2C9482-540F-47CE-8E5D-602EC7E14370}" dt="2026-05-03T18:14:59.697" v="422" actId="1076"/>
          <ac:picMkLst>
            <pc:docMk/>
            <pc:sldMk cId="3004110334" sldId="274"/>
            <ac:picMk id="6" creationId="{D8B517AB-460D-31C6-8355-90E3CBD938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35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International University-Bangladesh (AIUB)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(FE)  |  Department of Electrical and Electronic Engineering (EEE)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BDCA"/>
            </a:solidFill>
            <a:prstDash val="solid"/>
          </a:ln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Arduino-Based Gas Leakage and Fire Detection System With Prevention and Safety Mechanisms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6974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 and Embedded Systems(COE3104)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99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309981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2025-2026   |   Section: 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5021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DEBRAJ 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904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#: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9044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 –  COE3104 –  AIUB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4904" y="96012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Murad Hasan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23-55559-3   |   BSc in CSE   |   AIUB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" y="176479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7922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Maruf Ahammed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23-54391-3  |   BSc in CSE   |   AIUB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" y="256946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Al Bari Kyieash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889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23-52851-2   |   BSc in CSE   |   AIUB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" y="337413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Mokammel Hossain Remon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36941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23-54477-3   |   BSc in CSE   |   AIUB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76656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" y="41788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2062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Hridoy Mia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4988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23-51001-1|   BSc in CSE   |   AIUB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Leakage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leaks in homes, restaurants &amp; labs cause explosions, fire, and loss of life.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systems are expensive and often inaccessible to low-income households.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2004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 of surveyed households use NO gas or fire detection device at 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160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real-time Arduino-based detector with automatic ventilation &amp; shutoff.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960120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71500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hazards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221992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15000" y="2267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71500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any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483864"/>
            <a:ext cx="3017520" cy="100584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15000" y="35295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715000" y="3986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1500 BDT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Societal Relevance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0233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Accidents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gas incidents are common in urban and semi-urban areas of Bangladesh due to negligence and lack of safety devices.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40233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69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Crisis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38988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of users can only afford devices under 1500 BDT - far below most commercial detectors, creating a design constraint.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40233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889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Alert Need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31012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 of users prioritize a loud buzzer alert over validating our local-first design approach.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402336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889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310128"/>
            <a:ext cx="3913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with servo-motor gas shutoff and exhaust fan activation can actively prevent hazard escalation without human action.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(2022–2025) on embedded safety systems was reviewed to identify trends and gaps.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Trends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7647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&amp; IoT adoption growing rapidly for gas/flame safety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Dual-sensor (gas + flame) architecture improves hazard accuracy.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3192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MQ-series sensors validated as effective for combustible gas detection.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416052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processing reduces latency vs cloud-dependent systems.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61872"/>
            <a:ext cx="4114800" cy="3657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Addressed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69164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182880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17647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are expensive and not accessible to common households.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6888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7488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rely on internet connectivity — unreliable in emergencies.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3192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include automated gas shutoff and ventilation as combined response.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23360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416052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47488" y="4096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rates remain high without proper calibration strategies.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Comparative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3075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Mustofa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NodeMCU, MQ-6, Blynk IoT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system with 9.52% error; 500m smartphone alert range.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Ghasemi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Dual-Sensor VOC/Pellistor, BLE,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testing; dual-sensor strategy for power optimization.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Baballe et al.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 Controller, MQ-5, Email/App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messaging emphasis; mobile notification reliability.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Alao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ESP32, MQ-2, Flame, Servo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sensors with servo motor for automatic gas shutoff.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Arfianto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Nano 33 BLE, TinyML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processing; reduced latency and power consumption.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addresses gaps: affordable, local-alert-first, with automatic ventilation AND gas shutoff — all in one device.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low-cost, Arduino-based embedded safety system that detects gas leakage and flame hazards in real time, and automatically activates ventilation and gas supply shutoff to prevent accidents.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real-time gas &amp; flame detection system using Arduino hardware with MQ-2 and flame sensor.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3375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immediate audio-visual alerts (buzzer, LED) and display system status on a 16×2 LCD.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7448" y="22860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219456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safety mechanisms: exhaust fan activation and servo-motor gas supply shutoff.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160520" cy="868680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57200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33375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324612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through experimental testing and validate against numerical simulation results.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122613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444315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627195"/>
            <a:ext cx="4114800" cy="80176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27195"/>
            <a:ext cx="64008" cy="786801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69120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97466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microcontroller / processing unit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90151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5032" y="90151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627195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627195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69120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97466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combustible gases (butane, LPG, smoke)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90151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74152" y="90151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54741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1547416"/>
            <a:ext cx="45719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1611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Module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1894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infrared radiation from fire sources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1821736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85032" y="18217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464288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1464288"/>
            <a:ext cx="6400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1528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181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audio alert on hazard detection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8608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74152" y="173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398359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2398359"/>
            <a:ext cx="73152" cy="694944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246236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274583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messages (SAFE / GAS / FLAME)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67267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85032" y="267267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225179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2225179"/>
            <a:ext cx="64008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6592" y="228918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36592" y="257265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closes gas cylinder valve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92440" y="249949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74152" y="249949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242379"/>
            <a:ext cx="4114800" cy="7527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" y="3242379"/>
            <a:ext cx="45719" cy="75271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330638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Exhaust Fan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" y="358985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activation via MOSFET switching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03320" y="3516699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85032" y="351669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989395"/>
            <a:ext cx="4114800" cy="64506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0" y="2989395"/>
            <a:ext cx="73152" cy="6450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36592" y="305007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Resistors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36592" y="333354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flashing alert indicator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92440" y="3260390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74152" y="326039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3+4 pc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86405" y="4421955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475BA949-C8DC-E328-9499-9841B477C4AF}"/>
              </a:ext>
            </a:extLst>
          </p:cNvPr>
          <p:cNvSpPr/>
          <p:nvPr/>
        </p:nvSpPr>
        <p:spPr>
          <a:xfrm>
            <a:off x="4580037" y="3760198"/>
            <a:ext cx="4114800" cy="64506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39192CF9-164D-576B-2D2C-C68CE7B43DC5}"/>
              </a:ext>
            </a:extLst>
          </p:cNvPr>
          <p:cNvSpPr/>
          <p:nvPr/>
        </p:nvSpPr>
        <p:spPr>
          <a:xfrm>
            <a:off x="4580037" y="3724517"/>
            <a:ext cx="73152" cy="6450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FC1908B8-99AF-DD63-DAF7-286E4C6FB9DF}"/>
              </a:ext>
            </a:extLst>
          </p:cNvPr>
          <p:cNvSpPr/>
          <p:nvPr/>
        </p:nvSpPr>
        <p:spPr>
          <a:xfrm>
            <a:off x="4723848" y="3785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</a:t>
            </a:r>
            <a:endParaRPr lang="en-US" sz="1200" dirty="0"/>
          </a:p>
        </p:txBody>
      </p:sp>
      <p:sp>
        <p:nvSpPr>
          <p:cNvPr id="56" name="Text 47">
            <a:extLst>
              <a:ext uri="{FF2B5EF4-FFF2-40B4-BE49-F238E27FC236}">
                <a16:creationId xmlns:a16="http://schemas.microsoft.com/office/drawing/2014/main" id="{F45197A4-E471-86DB-DB15-5EE55CAC325E}"/>
              </a:ext>
            </a:extLst>
          </p:cNvPr>
          <p:cNvSpPr/>
          <p:nvPr/>
        </p:nvSpPr>
        <p:spPr>
          <a:xfrm>
            <a:off x="4723848" y="4068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Control Fan Power</a:t>
            </a:r>
            <a:endParaRPr lang="en-US" sz="950" dirty="0"/>
          </a:p>
        </p:txBody>
      </p:sp>
      <p:sp>
        <p:nvSpPr>
          <p:cNvPr id="57" name="Shape 48">
            <a:extLst>
              <a:ext uri="{FF2B5EF4-FFF2-40B4-BE49-F238E27FC236}">
                <a16:creationId xmlns:a16="http://schemas.microsoft.com/office/drawing/2014/main" id="{9E476351-A42A-A6C0-C0C8-1DC9B94BAE95}"/>
              </a:ext>
            </a:extLst>
          </p:cNvPr>
          <p:cNvSpPr/>
          <p:nvPr/>
        </p:nvSpPr>
        <p:spPr>
          <a:xfrm>
            <a:off x="8079696" y="3995512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60B1A6D3-C126-2BE8-2EB1-DC0928105917}"/>
              </a:ext>
            </a:extLst>
          </p:cNvPr>
          <p:cNvSpPr/>
          <p:nvPr/>
        </p:nvSpPr>
        <p:spPr>
          <a:xfrm>
            <a:off x="8061408" y="3995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4E4F323-0123-A100-86B1-7FFDC61BE8AB}"/>
              </a:ext>
            </a:extLst>
          </p:cNvPr>
          <p:cNvSpPr/>
          <p:nvPr/>
        </p:nvSpPr>
        <p:spPr>
          <a:xfrm>
            <a:off x="182880" y="4104825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E5B5DBC7-CEF5-E7AB-5C82-DFF44685CE13}"/>
              </a:ext>
            </a:extLst>
          </p:cNvPr>
          <p:cNvSpPr/>
          <p:nvPr/>
        </p:nvSpPr>
        <p:spPr>
          <a:xfrm>
            <a:off x="182880" y="4104825"/>
            <a:ext cx="73152" cy="694944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2773DCFD-A593-C27F-07E2-4E15DC4A8617}"/>
              </a:ext>
            </a:extLst>
          </p:cNvPr>
          <p:cNvSpPr/>
          <p:nvPr/>
        </p:nvSpPr>
        <p:spPr>
          <a:xfrm>
            <a:off x="347472" y="416883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ESP-01 ESP8266</a:t>
            </a:r>
            <a:endParaRPr lang="en-US" sz="12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92B2500B-6E04-1A73-22EC-F72AB6F17BB1}"/>
              </a:ext>
            </a:extLst>
          </p:cNvPr>
          <p:cNvSpPr/>
          <p:nvPr/>
        </p:nvSpPr>
        <p:spPr>
          <a:xfrm>
            <a:off x="347472" y="445229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Send Data Over </a:t>
            </a:r>
            <a:r>
              <a:rPr lang="en-US" sz="1000" dirty="0" err="1"/>
              <a:t>WiFi</a:t>
            </a:r>
            <a:endParaRPr lang="en-US" sz="95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BBFC06C4-7921-B687-B36B-A57C002217D0}"/>
              </a:ext>
            </a:extLst>
          </p:cNvPr>
          <p:cNvSpPr/>
          <p:nvPr/>
        </p:nvSpPr>
        <p:spPr>
          <a:xfrm>
            <a:off x="3703320" y="4379145"/>
            <a:ext cx="5029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A0E09DCA-A792-4E4E-07F7-0C0850EB08BD}"/>
              </a:ext>
            </a:extLst>
          </p:cNvPr>
          <p:cNvSpPr/>
          <p:nvPr/>
        </p:nvSpPr>
        <p:spPr>
          <a:xfrm>
            <a:off x="3685032" y="437914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554785-6D85-8C2A-6302-25FDDDBE6DB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pPr algn="ctr"/>
            <a:r>
              <a:rPr lang="en-US" sz="2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Simulation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0F055-2016-578A-F5CD-43141EF1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809896"/>
            <a:ext cx="6773092" cy="427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">
            <a:extLst>
              <a:ext uri="{FF2B5EF4-FFF2-40B4-BE49-F238E27FC236}">
                <a16:creationId xmlns:a16="http://schemas.microsoft.com/office/drawing/2014/main" id="{FCB37C2B-55FE-0B2F-46C0-723A16FB4B10}"/>
              </a:ext>
            </a:extLst>
          </p:cNvPr>
          <p:cNvSpPr/>
          <p:nvPr/>
        </p:nvSpPr>
        <p:spPr>
          <a:xfrm>
            <a:off x="1" y="0"/>
            <a:ext cx="9144000" cy="607423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Experimental Results Under Different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E4494-D739-E5F8-6F59-9DE473EA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98" b="21827"/>
          <a:stretch>
            <a:fillRect/>
          </a:stretch>
        </p:blipFill>
        <p:spPr>
          <a:xfrm rot="16200000">
            <a:off x="358724" y="575765"/>
            <a:ext cx="2307367" cy="264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4B15DE-58BF-2D6B-B09D-DE1FA5A4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03"/>
          <a:stretch>
            <a:fillRect/>
          </a:stretch>
        </p:blipFill>
        <p:spPr>
          <a:xfrm rot="16200000">
            <a:off x="3558229" y="2586009"/>
            <a:ext cx="1906278" cy="2958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B517AB-460D-31C6-8355-90E3CBD938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16200000">
            <a:off x="6437426" y="109460"/>
            <a:ext cx="1811895" cy="3221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BD7BC5-A4CE-35DF-5D41-1ABE82B3D36B}"/>
              </a:ext>
            </a:extLst>
          </p:cNvPr>
          <p:cNvSpPr txBox="1"/>
          <p:nvPr/>
        </p:nvSpPr>
        <p:spPr>
          <a:xfrm>
            <a:off x="1" y="3090415"/>
            <a:ext cx="3089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   Figure 1: System in Normal Condition (Safe State)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02EC8-F136-0191-0AE5-B9C77B9D0A4D}"/>
              </a:ext>
            </a:extLst>
          </p:cNvPr>
          <p:cNvSpPr txBox="1"/>
          <p:nvPr/>
        </p:nvSpPr>
        <p:spPr>
          <a:xfrm>
            <a:off x="3032149" y="2738654"/>
            <a:ext cx="3154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 2: Flame Detection and Alert Activation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57DD5-2EE2-E09B-5326-B5BD513E2D8C}"/>
              </a:ext>
            </a:extLst>
          </p:cNvPr>
          <p:cNvSpPr txBox="1"/>
          <p:nvPr/>
        </p:nvSpPr>
        <p:spPr>
          <a:xfrm>
            <a:off x="6186623" y="2650423"/>
            <a:ext cx="2694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 3: Gas Leakage Detection with Fan Activation and Servo Shutoff</a:t>
            </a:r>
          </a:p>
        </p:txBody>
      </p:sp>
    </p:spTree>
    <p:extLst>
      <p:ext uri="{BB962C8B-B14F-4D97-AF65-F5344CB8AC3E}">
        <p14:creationId xmlns:p14="http://schemas.microsoft.com/office/powerpoint/2010/main" val="300411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&amp;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1554480" cy="74980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554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1554480" cy="74980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1554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164592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16459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R3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24007" y="4229100"/>
            <a:ext cx="1554480" cy="658368"/>
          </a:xfrm>
          <a:prstGeom prst="rect">
            <a:avLst/>
          </a:prstGeom>
          <a:solidFill>
            <a:srgbClr val="E53E3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1000" dirty="0"/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LED Alert</a:t>
            </a:r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1554480" cy="658368"/>
          </a:xfrm>
          <a:prstGeom prst="rect">
            <a:avLst/>
          </a:prstGeom>
          <a:solidFill>
            <a:srgbClr val="F6A623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187452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1554480" cy="658368"/>
          </a:xfrm>
          <a:prstGeom prst="rect">
            <a:avLst/>
          </a:prstGeom>
          <a:solidFill>
            <a:srgbClr val="0D737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429000"/>
            <a:ext cx="155448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(Gas Off)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112264"/>
            <a:ext cx="1371600" cy="0"/>
          </a:xfrm>
          <a:prstGeom prst="line">
            <a:avLst/>
          </a:prstGeom>
          <a:noFill/>
          <a:ln w="22860">
            <a:solidFill>
              <a:srgbClr val="0D737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3118104"/>
            <a:ext cx="1371600" cy="0"/>
          </a:xfrm>
          <a:prstGeom prst="line">
            <a:avLst/>
          </a:prstGeom>
          <a:noFill/>
          <a:ln w="22860">
            <a:solidFill>
              <a:srgbClr val="0D737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42646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20370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980944"/>
            <a:ext cx="1097280" cy="0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47088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Analog/Digital Signals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4608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914400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9509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MQ-2 sensor continuously monitors gas concentration; the flame sensor detects infrared radiation. Arduino Uno reads both sensors, compares against thresholds, and triggers: audio-visual alerts, exhaust fan ventilation, and servo motor gas shutoff simultaneously.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749FCBFD-B295-2546-D64F-20264B023CF7}"/>
              </a:ext>
            </a:extLst>
          </p:cNvPr>
          <p:cNvSpPr/>
          <p:nvPr/>
        </p:nvSpPr>
        <p:spPr>
          <a:xfrm>
            <a:off x="3818273" y="3200401"/>
            <a:ext cx="0" cy="998656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397AEB04-C6E9-A953-4BD1-B37FEE13B23F}"/>
              </a:ext>
            </a:extLst>
          </p:cNvPr>
          <p:cNvSpPr/>
          <p:nvPr/>
        </p:nvSpPr>
        <p:spPr>
          <a:xfrm>
            <a:off x="3246120" y="4192524"/>
            <a:ext cx="1391193" cy="608076"/>
          </a:xfrm>
          <a:prstGeom prst="rect">
            <a:avLst/>
          </a:prstGeom>
          <a:solidFill>
            <a:schemeClr val="accent6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Buzzer Alarm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76D983A-E24D-3AC6-CF1A-9B71A4BF715C}"/>
              </a:ext>
            </a:extLst>
          </p:cNvPr>
          <p:cNvCxnSpPr>
            <a:stCxn id="9" idx="2"/>
            <a:endCxn id="16" idx="1"/>
          </p:cNvCxnSpPr>
          <p:nvPr/>
        </p:nvCxnSpPr>
        <p:spPr>
          <a:xfrm rot="16200000" flipH="1">
            <a:off x="4704588" y="2519172"/>
            <a:ext cx="557784" cy="192024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008B474-08DC-8945-782A-EC7CE75C55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29151" y="3327436"/>
            <a:ext cx="1431035" cy="114300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Shape 12">
            <a:extLst>
              <a:ext uri="{FF2B5EF4-FFF2-40B4-BE49-F238E27FC236}">
                <a16:creationId xmlns:a16="http://schemas.microsoft.com/office/drawing/2014/main" id="{77E27E2C-4D1F-0A33-DFD8-DAB2B442EEA9}"/>
              </a:ext>
            </a:extLst>
          </p:cNvPr>
          <p:cNvSpPr/>
          <p:nvPr/>
        </p:nvSpPr>
        <p:spPr>
          <a:xfrm>
            <a:off x="1663556" y="4199057"/>
            <a:ext cx="1391193" cy="60807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ESP-01 → </a:t>
            </a:r>
            <a:r>
              <a:rPr lang="en-US" sz="1100" dirty="0" err="1">
                <a:solidFill>
                  <a:schemeClr val="bg1"/>
                </a:solidFill>
              </a:rPr>
              <a:t>RemoteXY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2D8C767-F7A7-3548-A190-FDB8FE0EA84C}"/>
              </a:ext>
            </a:extLst>
          </p:cNvPr>
          <p:cNvCxnSpPr/>
          <p:nvPr/>
        </p:nvCxnSpPr>
        <p:spPr>
          <a:xfrm rot="5400000">
            <a:off x="2483319" y="3232988"/>
            <a:ext cx="1009106" cy="909967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schematic linking Arduino Uno, MQ-2, flame sensor, buzzer, LCD, servo motor, MOSFET, and exhaust fan.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sensor was tested and calibrated with ADC thresholds. Baseline range (320-360 ADC) and alarm threshold (&gt;450 ADC) determined.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237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Programming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8529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monitoring logic written in C++. System continuously polls sensors and executes alert &amp; safety routines on threshold breach.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 numerically analyzed before physical build. Simulated gas leakage and flame conditions validated all output responses.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94944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566928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3308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4622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tested in lab: butane exposure simulated gas leak; lighter flame tested flame detection at multiple distances.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logic confirmed: reliable hazard detection with consistent alert and automated safety response across all test conditions.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1DA217-30E3-8B6C-D3B7-B6E5BB10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6929" y="905750"/>
            <a:ext cx="7445533" cy="3851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Cost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responds within seconds of gas threshold breach or flame detection — no dependency on internet.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Sensor Coverage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 + flame sensor together minimize false negatives and improve hazard coverage.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Mitigation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 + servo-controlled gas shutoff activate simultaneously — no user action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5394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64008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6027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Confirmed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false alarms after calibration; consistent behavior under repeated simulation and lab testing.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914400"/>
            <a:ext cx="2743200" cy="349300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389888"/>
            <a:ext cx="228600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18120" y="1463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BDT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1874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1812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BDT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18120" y="2286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BDT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2697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EESP-01</a:t>
            </a:r>
          </a:p>
        </p:txBody>
      </p:sp>
      <p:sp>
        <p:nvSpPr>
          <p:cNvPr id="30" name="Text 28"/>
          <p:cNvSpPr/>
          <p:nvPr/>
        </p:nvSpPr>
        <p:spPr>
          <a:xfrm>
            <a:off x="7818120" y="2697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BDT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18120" y="3108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BDT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Fan+MOSFET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18120" y="3520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BDT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931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(wires, LED, LCD,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18120" y="3931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BDT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4334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589520" y="433425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~1390 BDT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 &amp; User Research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Forms  |  Total Respondents: 54  |  Focus Areas: Gas safety awareness, device usage, features, pricing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38404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or 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gas hazards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6596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any gas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 device at home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6596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only pay less than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BDT for a safety device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25786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LOUD 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#1 safety feature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841248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Implication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77.7% concerned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psychological need for the device.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 no device at home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massive untapped market opportunity.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Constraint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&lt;1500 BDT preferred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strict low-cost component selection.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 buzzer (38.9%)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audio-visual local alert design.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04672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Automatic Gas Leakage and Fire Detection System successfully demonstrates a low-cost, reliable, and real-time safety monitoring solution suitable for households and small commercial environments.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Hazard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accurately detects gas leakage (ADC &gt;450) and flame presence in real time with consistent threshold-based response.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90779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 ventilation and servo-controlled gas shutoff activate immediately — no human intervention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Accessible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7588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~1300 BDT — well within the 1500 BDT price ceiling identified by 42.6% of survey respondents.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6400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Operational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44398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connectivity required; system remains functional during power outages or network disruptions.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IoT Remote Alerting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GSM module to send mobile app or SMS alerts when users are away from home.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60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Solenoid Valve Upgrade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3716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servo motor with industrial solenoid valve for more powerful and fail-safe gas supply control.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411480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313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Battery Backup System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7249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rechargeable power backup to ensure operation during power outages or emergencies.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6771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114800" cy="38404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313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Smart Home Integration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64608" y="27249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home automation systems to trigger ventilation, appliances, and relay-based safety networks.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411480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666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Enhanced Sensor Calibration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078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filtering algorithms to reduce false alarms under variable humidity, airflow, and temperature.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21024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114800" cy="384048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666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Cloud Data Logging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4078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sensor data to a cloud platform for pattern analysis, remote monitoring, and predictive safety alerts.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Kumar and V. Patel, Low-Cost Fire Detection Using Microcontroller and Flame Sensor Network, IEEE Access, vol. 10, pp. 115230-115240, 2022.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Uddin, R. Chowdhury, and K. Hossain, Smart Home Safety Monitoring System Using Arduino and IoT, IEEE ICCECE, 2024, pp. 556-561.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H. Tanvir and N. Chowdhury, Embedded LPG and Methane Leakage Alert System for Domestic Applications, IEEE TENSYMP, 2023, pp. 102-107.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R. Singh, M. Das, and P. Roy, Design of a Multi-Sensor Fire and Gas Detection System for Smart Buildings, IEEE IS, 2022, pp. 844-850.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Park and J. Lee, Real-Time Fire Detection Using Flame Sensors and Edge Computing, IEEE IoT Journal, vol. 9, no. 12, pp. 9510-9521, 2022.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Mustofa, Design an Internet of Things-Based LPG Gas Leak Detection System, 2025.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M. Ghasemi et al., Reliability and Performance Evaluation of IoT-Based Gas Leakage Detection Systems, 2025.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05537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M. A. Baballe et al., A Comparative Study on Gas Alarm Detection System, 2022.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P. O. Alao et al., Integrated Gas Leakage Detection and Automatic Shutoff System, 2024.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5171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Arfianto et al., Gas Leakage Detection Using Tiny Machine Learning (TinyML), 2025.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0392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AIUB  |  Faculty of Engineering  |  EEE Department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 and Embedded Systems(COE3104)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60452" y="2747772"/>
            <a:ext cx="5423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0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 Gas Leakage and Fire Detection System With Prevention and Safety Mechanisms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 |  Section H  |  Spring 2025–2026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977640"/>
            <a:ext cx="6400800" cy="749808"/>
          </a:xfrm>
          <a:prstGeom prst="rect">
            <a:avLst/>
          </a:prstGeom>
          <a:solidFill>
            <a:srgbClr val="0D2E4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9959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Discussions Welcome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Debraj 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6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AIUB  |  EEE3102 Capstone Project  |  Group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1956</Words>
  <Application>Microsoft Office PowerPoint</Application>
  <PresentationFormat>On-screen Show (16:9)</PresentationFormat>
  <Paragraphs>315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Gas Leakage &amp; Fire Detection System</dc:title>
  <dc:subject>PptxGenJS Presentation</dc:subject>
  <dc:creator>AIUB EEE Group 05</dc:creator>
  <cp:lastModifiedBy>MD. MURAD HASAN</cp:lastModifiedBy>
  <cp:revision>4</cp:revision>
  <dcterms:created xsi:type="dcterms:W3CDTF">2026-05-02T15:23:13Z</dcterms:created>
  <dcterms:modified xsi:type="dcterms:W3CDTF">2026-05-04T15:28:56Z</dcterms:modified>
</cp:coreProperties>
</file>